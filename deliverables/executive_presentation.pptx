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EE96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96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AI/ML Predictive
Maintenance</c:v>
                  </c:pt>
                  <c:pt idx="1">
                    <c:v>Advanced Sensor
Tech</c:v>
                  </c:pt>
                  <c:pt idx="2">
                    <c:v>SMRs</c:v>
                  </c:pt>
                  <c:pt idx="3">
                    <c:v>Robotic
Inspection</c:v>
                  </c:pt>
                  <c:pt idx="4">
                    <c:v>Digital
Twins</c:v>
                  </c:pt>
                  <c:pt idx="5">
                    <c:v>Inspection
Drones</c:v>
                  </c:pt>
                  <c:pt idx="6">
                    <c:v>Additive
Manufacturing</c:v>
                  </c:pt>
                  <c:pt idx="7">
                    <c:v>Medical
Isotopes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77.2</c:v>
                </c:pt>
                <c:pt idx="1">
                  <c:v>65.3</c:v>
                </c:pt>
                <c:pt idx="2">
                  <c:v>63.8</c:v>
                </c:pt>
                <c:pt idx="3">
                  <c:v>63.6</c:v>
                </c:pt>
                <c:pt idx="4">
                  <c:v>63.5</c:v>
                </c:pt>
                <c:pt idx="5">
                  <c:v>62.7</c:v>
                </c:pt>
                <c:pt idx="6">
                  <c:v>55</c:v>
                </c:pt>
                <c:pt idx="7">
                  <c:v>48.6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43400"/>
            <a:ext cx="12188952" cy="25146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E9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 &amp;  CLEAN-ENERGY  INNOVATION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Intelligence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ranking, and building a business case for 14 emerging technologies relevant to nuclear innovation and business development.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Gill   |   Portfolio Project   |   July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 project — not affiliated with, commissioned by, or reviewed by any employer named within.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one traceable chain from public source to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01168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technologies profiled from public sources (IAEA, OECD NEA, CNSC, DOE, NWMO). Every field tagged VERIFIED / ESTIMATED / ASSUMPTION.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3420" y="201168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34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03320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weighted model, 10 criteria, adjustable weights, full sensitivity analysis on every weight.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29500" y="201168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95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KMeans clustering and semantic search over a real, source-linked research corpus — 100% cluster-to-category validation.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2688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355580" y="2011680"/>
            <a:ext cx="640080" cy="64008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55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55480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dashboard, business case, and stage-gated roadmap for the top opportunity.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Opportunity Portfolio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(0-100), weighted model — top 8 of 14 technologies shown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Predictive Maintenance — highest-ranked, rank-stable under sensitivity testing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of 14)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834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2834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rating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2834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(lower = better)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— proceed to a scoped proof-of-concept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confirm 12-24 months of historical maintenance/sensor data for one equipment class before committing model-development time.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path: research &amp; validation → proof of concept → shadow-mode pilot → scale, each gated on the prior stage's success criteria.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business_case_ai_predictive_maintenance.docx and innovation_roadmap.md.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directly to the Strategic Growth &amp; Innovation Co-op role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594360" cy="5943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09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&amp; synthesize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14-technology public-source dataset with full confidence labeling (VERIFIED / ESTIMATED / ASSUMPTION).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71216"/>
            <a:ext cx="594360" cy="59436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712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761488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competitive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761488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assessment grounded in named, checkable sources — including a real Kinectrics-adjacent fact (the Isogen medical-isotope joint venture).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594360" cy="5943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325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22776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AI/ML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922776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solving a real triage problem, validated at 100% cluster-to-category accuracy — not added for its own sake.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594360" cy="59436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937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508406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roadmap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5084064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CAPEX/OPEX framing, stage-gated roadmap, risk register, and an honest go/no-go call with a stated open condition.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2026-07-17T17:48:31Z</dcterms:created>
  <dcterms:modified xsi:type="dcterms:W3CDTF">2026-07-17T17:48:31Z</dcterms:modified>
</cp:coreProperties>
</file>